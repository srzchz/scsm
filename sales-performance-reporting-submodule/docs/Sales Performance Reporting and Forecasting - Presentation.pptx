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1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1147"/>
                </a:solidFill>
                <a:latin typeface="Arial"/>
              </a:rPr>
              <a:t>Actual vs. Forecast ($K)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5A8F2B"/>
            </a:solidFill>
            <a:ln w="25400" cap="flat">
              <a:solidFill>
                <a:srgbClr val="5A8F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8F2B"/>
              </a:solidFill>
              <a:ln w="9525" cap="flat">
                <a:solidFill>
                  <a:srgbClr val="5A8F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6.5</c:v>
                </c:pt>
                <c:pt idx="2">
                  <c:v>5.2</c:v>
                </c:pt>
                <c:pt idx="3">
                  <c:v>7</c:v>
                </c:pt>
                <c:pt idx="4">
                  <c:v>8.6</c:v>
                </c:pt>
                <c:pt idx="5">
                  <c:v>8</c:v>
                </c:pt>
                <c:pt idx="6">
                  <c:v/>
                </c:pt>
                <c:pt idx="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4B3F78"/>
            </a:solidFill>
            <a:ln w="25400" cap="flat">
              <a:solidFill>
                <a:srgbClr val="4B3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B3F78"/>
              </a:solidFill>
              <a:ln w="9525" cap="flat">
                <a:solidFill>
                  <a:srgbClr val="4B3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7.5</c:v>
                </c:pt>
                <c:pt idx="1">
                  <c:v>8.6</c:v>
                </c:pt>
                <c:pt idx="2">
                  <c:v>8.2</c:v>
                </c:pt>
                <c:pt idx="3">
                  <c:v>8</c:v>
                </c:pt>
                <c:pt idx="4">
                  <c:v>9.2</c:v>
                </c:pt>
                <c:pt idx="5">
                  <c:v>12</c:v>
                </c:pt>
                <c:pt idx="6">
                  <c:v>17.5</c:v>
                </c:pt>
                <c:pt idx="7">
                  <c:v>19.5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3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D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3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5B4FD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108960" cy="3108960"/>
          </a:xfrm>
          <a:prstGeom prst="ellipse">
            <a:avLst/>
          </a:prstGeom>
          <a:solidFill>
            <a:srgbClr val="5A8F2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FRONT-END DEVELOPMENT  ·  DATABASE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Forecasting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ERP sub-module for tracking, reporting on, and forecasting sales performance across reps, regions, and products.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[Team Name]   ·   [Course / Section]   ·   [Date]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 the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Performance Reporting and Forecasting module is the analytics layer of the ERP system.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sales managers one place to monitor revenue against targets, generate ad-hoc reports, project future sales, and get proactively notified when a rep, region, or product falls off pace.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aligns directly to the four functions assigned to this module — reporting, target tracking, forecasting, and alerting — each built as its own screen inside one shared navigation shell.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691640"/>
            <a:ext cx="4709160" cy="713232"/>
          </a:xfrm>
          <a:prstGeom prst="roundRect">
            <a:avLst>
              <a:gd name="adj" fmla="val 17949"/>
            </a:avLst>
          </a:prstGeom>
          <a:solidFill>
            <a:srgbClr val="ECEAFC"/>
          </a:solidFill>
          <a:ln/>
        </p:spPr>
      </p:sp>
      <p:sp>
        <p:nvSpPr>
          <p:cNvPr id="6" name="Shape 4"/>
          <p:cNvSpPr/>
          <p:nvPr/>
        </p:nvSpPr>
        <p:spPr>
          <a:xfrm>
            <a:off x="7086600" y="18928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B4FD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91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2587752"/>
            <a:ext cx="4709160" cy="713232"/>
          </a:xfrm>
          <a:prstGeom prst="roundRect">
            <a:avLst>
              <a:gd name="adj" fmla="val 17949"/>
            </a:avLst>
          </a:prstGeom>
          <a:solidFill>
            <a:srgbClr val="E9F5D3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0" y="2788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A8F2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5877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3483864"/>
            <a:ext cx="4709160" cy="713232"/>
          </a:xfrm>
          <a:prstGeom prst="roundRect">
            <a:avLst>
              <a:gd name="adj" fmla="val 17949"/>
            </a:avLst>
          </a:prstGeom>
          <a:solidFill>
            <a:srgbClr val="E6ED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36850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34838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03720" y="4379976"/>
            <a:ext cx="4709160" cy="713232"/>
          </a:xfrm>
          <a:prstGeom prst="roundRect">
            <a:avLst>
              <a:gd name="adj" fmla="val 17949"/>
            </a:avLst>
          </a:prstGeom>
          <a:solidFill>
            <a:srgbClr val="FDF3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4581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43799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3720" y="5276088"/>
            <a:ext cx="4709160" cy="713232"/>
          </a:xfrm>
          <a:prstGeom prst="roundRect">
            <a:avLst>
              <a:gd name="adj" fmla="val 17949"/>
            </a:avLst>
          </a:prstGeom>
          <a:solidFill>
            <a:srgbClr val="FBE3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5477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52760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Design Preview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shell, five connected screens.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949440" cy="4160520"/>
          </a:xfrm>
          <a:prstGeom prst="roundRect">
            <a:avLst>
              <a:gd name="adj" fmla="val 1978"/>
            </a:avLst>
          </a:prstGeom>
          <a:solidFill>
            <a:srgbClr val="ECEAFC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93392"/>
            <a:ext cx="1417320" cy="3831336"/>
          </a:xfrm>
          <a:prstGeom prst="roundRect">
            <a:avLst>
              <a:gd name="adj" fmla="val 4516"/>
            </a:avLst>
          </a:prstGeom>
          <a:solidFill>
            <a:srgbClr val="3D2F8F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194560"/>
            <a:ext cx="116128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761488"/>
            <a:ext cx="1161288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3328416"/>
            <a:ext cx="1161288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3895344"/>
            <a:ext cx="1161288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4462272"/>
            <a:ext cx="1161288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31720" y="21031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59352" y="21031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6984" y="21031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9D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154680"/>
            <a:ext cx="484632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D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874520"/>
            <a:ext cx="3840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non-scrolling sidebar across every page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card system reused on all 5 screens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status color language (green / amber / red) reused everywhere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responsive, down to mobile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toggle, persisted across the whole app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[Member 1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 — Total Revenue, Target Attainment, Closed Deals, EOQ Forecast — computed from the database, not hardcoded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Forecast trend chart, updated from the monthly_revenue table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Insight panel pulls its 3 cards straight from the Alerts table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/ Region / Product toggle re-renders the summary table instantly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EA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the default landing page — the one screen a manager should be able to glance at each morning to know where things stand.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A8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[Member 2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filters: Report Type, Data Range, Compare Against, Region, Product, Rep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only builds once “Generate Report” is clicked — “Clear” fully resets every field to a blank state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export to a real CSV file, built from whatever is currently on screen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 engine drives Sales by Rep, by Region, and by Product from one page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9F5D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as a query builder rather than a static report, so one screen serves every reporting need instead of a separate page per report type.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[Member 3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assumption sliders — Growth rate, Deal close rate, Seasonality — recalculate the forecast instantly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“Save Assumptions to Database” writes the values to forecast_assumptions, not just local UI state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“Today” marker separates confirmed actuals from projected months on the chart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269480" y="1920240"/>
          <a:ext cx="4389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6ED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screen that turns the module's name into a real feature — forecasting, not just reporting.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[Member 4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Rep, Region, and Product attainment tracked against quota, per quarter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status filter — All / On Track / At Risk / Exceeded — filters all three tables at once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Attainment column on the Product Quota table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Attainment % and status are computed live (actual ÷ target), never hand-entered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DF3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attainment model reused across every dimension, instead of three different scoring rules for reps, regions, and products.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[Member 5 Name]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— Create, Edit, Delete, and Mark as Read — every action is a real write to MariaDB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Category-coded (Critical / Warning / Positive / Info) and filterable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badge in the sidebar updates live, computed fresh from the database on every page load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 alert opens a detail popup with Edit and Delete built in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BE3E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screen that proves the database integration end-to-end, live, in front of the class — not just read-only display.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B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Alignment (Part 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Requirement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CEA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 / Report Lines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806440" y="2057400"/>
            <a:ext cx="5623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page — computed live from sales_orders &amp; the *_targets tables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CEA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81528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Targets (per rep / region)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806440" y="3081528"/>
            <a:ext cx="5623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page — rep_targets, region_targets, product_targets tables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CEA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05656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806440" y="4105656"/>
            <a:ext cx="5623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 page — monthly_revenue + forecast_assumptions tables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CEA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29784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variance tracking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806440" y="5129784"/>
            <a:ext cx="5623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dynamically via a shared attainment model — never stored twice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REPORTING &amp; FORECASTING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5B4F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B7A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show, live.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all 5 pages through the fixed sidebar, including the Dark Mode toggle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forecast sliders, Save, and reload to confirm the value persisted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Edit → Delete an alert, verified live in phpMyAdmin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8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export a report to CSV on Generate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·   Group [Team Name]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ERP Front-End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Reporting and Forecasting</dc:title>
  <dc:subject>PptxGenJS Presentation</dc:subject>
  <dc:creator>Sales Performance Reporting and Forecasting Team</dc:creator>
  <cp:lastModifiedBy>Sales Performance Reporting and Forecasting Team</cp:lastModifiedBy>
  <cp:revision>1</cp:revision>
  <dcterms:created xsi:type="dcterms:W3CDTF">2026-07-15T01:19:03Z</dcterms:created>
  <dcterms:modified xsi:type="dcterms:W3CDTF">2026-07-15T01:19:03Z</dcterms:modified>
</cp:coreProperties>
</file>